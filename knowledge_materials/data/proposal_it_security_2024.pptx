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7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36576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14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中堅企業向け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セキュリティ強化提案書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2024年度版　株式会社サンプルソリューションズ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SecureShield Enterprise | MFA × EDR × SOC 24h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リスク評価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事前診断で確認された3つのリスク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3474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【高リスク】多要素認証の未導入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ID・パスワードのみで保護。パスワード漏洩時の不正アクセスリスクが非常に高い状態です。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1234440"/>
            <a:ext cx="68580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261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高リスク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64008" cy="3474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【中リスク】エンドポイント管理の不備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64592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一部PCのOSアップデートが未適用。既知の脆弱性が残存しており、マルウェア感染のリスクがあります。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1234440"/>
            <a:ext cx="6858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261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中リスク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88720"/>
            <a:ext cx="64008" cy="3474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【中リスク】ログ監視体制の欠如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64592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不審なアクセスをリアルタイムで検知する仕組みがなく、インシデント発生時の初動対応が遅れます。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38160" y="1234440"/>
            <a:ext cx="6858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261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中リスク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SecureShield Enterprise — 多層防御パッケージ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12801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多要素認証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（MFA）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2011680" cy="73152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ID連携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429000"/>
            <a:ext cx="2011680" cy="4114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優先度：高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234440"/>
            <a:ext cx="2011680" cy="12801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3258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EDR導入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23160" y="2606040"/>
            <a:ext cx="2011680" cy="73152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3429000"/>
            <a:ext cx="2011680" cy="4114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優先度：高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234440"/>
            <a:ext cx="2011680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3258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SIEM監視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606040"/>
            <a:ext cx="2011680" cy="73152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SOCサービス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429000"/>
            <a:ext cx="201168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優先度：中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234440"/>
            <a:ext cx="2011680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3258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脆弱性スキャン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20840" y="2606040"/>
            <a:ext cx="2011680" cy="73152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自動スキャン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3429000"/>
            <a:ext cx="201168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優先度：中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77640"/>
            <a:ext cx="859536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費用：初期150万円　月額12万円　|　リスク低減効果：最大90%　|　平均回収期間：8ヶ月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2026-05-17T13:36:07Z</dcterms:created>
  <dcterms:modified xsi:type="dcterms:W3CDTF">2026-05-17T13:36:07Z</dcterms:modified>
</cp:coreProperties>
</file>