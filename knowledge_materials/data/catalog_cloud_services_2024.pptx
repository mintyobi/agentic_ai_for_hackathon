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57200"/>
            <a:ext cx="219456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株式会社サンプルソリューションズ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クラウドサービス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製品カタログ 2024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SmartFactory Pro  |  SecureShield Enterprise  |  DataBridge Cloud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SmartFactory Pro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製造業向けIoTプラットフォーム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製造ラインのセンサーデータをリアルタイム収集・分析。AIによる予測保全機能を標準搭載し設備故障を事前に検知します。Azure IoT Hub連携により既存設備への後付け導入が可能です。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51760" cy="228600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対象規模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〜50台
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月額費用
</a:t>
            </a:r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8万円/月
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主な機能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リアルタイム監視・アラート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65176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2514600"/>
            <a:ext cx="2651760" cy="228600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6060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対象規模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〜200台
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月額費用
</a:t>
            </a:r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25万円/月
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主な機能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Starter＋AI予測保全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5176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2651760" cy="228600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6060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対象規模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無制限
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月額費用
</a:t>
            </a:r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応相談
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主な機能
</a:t>
            </a:r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Standard＋カスタム開発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SecureShield Enterprise / DataBridge Cloud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2製品の概要とプラン比較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SecureShield Enterprise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MFA・EDR・SIEM監視を一体化。国内SOCによる24時間365日監視体制。ISO 27001認証取得済み。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1298448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9572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〜100名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0632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10万円/月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64208" y="2331720"/>
            <a:ext cx="1298448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239572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〜500名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09928" y="30632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28万円/月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54096" y="2331720"/>
            <a:ext cx="1298448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239572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500名〜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9816" y="30632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応相談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143000"/>
            <a:ext cx="0" cy="329184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61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DataBridge Cloud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600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社内データを自動収集・統合しBIダッシュボードで可視化。200種類以上のコネクタを標準搭載。ノーコードで構築可能。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1298448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9572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〜10ソース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0632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5万円/月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2331720"/>
            <a:ext cx="1298448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239572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〜50ソース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0488" y="30632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15万円/月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34656" y="2331720"/>
            <a:ext cx="1298448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0376" y="239572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無制限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0376" y="306324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応相談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【共通サポート】全プランにオンボーディング支援30日付属　|　SLA 99.9%保証（Enterprise: 99.99%）　|　国内2拠点（東京・大阪）冗長化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2026-05-17T13:36:07Z</dcterms:created>
  <dcterms:modified xsi:type="dcterms:W3CDTF">2026-05-17T13:36:07Z</dcterms:modified>
</cp:coreProperties>
</file>