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4572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914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製造業向け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生産管理DX提案書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3566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2024年度版　株式会社サンプルソリューションズ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SmartFactory Pro | IoT × AI × クラウド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課題の整理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ヒアリング結果にもとづく3大課題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834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34747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 1：転記ミス・集計遅延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生産実績をExcelに手入力しており、集計に毎日2時間以上を要しています。転記ミスによる在庫誤差が月平均3件発生し、出荷遅延の原因になっています。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834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64008" cy="34747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98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 2：突発故障・長時間停止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64592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設備故障が予測できず、復旧まで平均4時間のダウンタイムが生じています。年間の機会損失は推計1,200万円に上ります。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834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64008" cy="34747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298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 3：品質データの分散管理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検査結果が紙帳票で管理されており、クレーム発生時の原因特定に平均2日かかっています。</a:t>
            </a:r>
            <a:endParaRPr lang="en-US" sz="10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297680"/>
            <a:ext cx="320040" cy="32004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4297680"/>
            <a:ext cx="320040" cy="320040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29768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提案ソリューション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SmartFactory Pro — 3つの柱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13716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生産実績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自動集計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2606040" cy="1005840"/>
          </a:xfrm>
          <a:prstGeom prst="rect">
            <a:avLst/>
          </a:prstGeom>
          <a:solidFill>
            <a:srgbClr val="E8EAF6"/>
          </a:solidFill>
          <a:ln w="12700">
            <a:solidFill>
              <a:srgbClr val="9FA8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432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効果：集計工数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90%削減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06040" cy="13716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325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IoT監視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2697480"/>
            <a:ext cx="2606040" cy="1005840"/>
          </a:xfrm>
          <a:prstGeom prst="rect">
            <a:avLst/>
          </a:prstGeom>
          <a:solidFill>
            <a:srgbClr val="E8EAF6"/>
          </a:solidFill>
          <a:ln w="12700">
            <a:solidFill>
              <a:srgbClr val="9FA8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7432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効果：故障予知精度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85%以上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06040" cy="13716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25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品質データ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一元化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26480" y="2697480"/>
            <a:ext cx="2606040" cy="1005840"/>
          </a:xfrm>
          <a:prstGeom prst="rect">
            <a:avLst/>
          </a:prstGeom>
          <a:solidFill>
            <a:srgbClr val="E8EAF6"/>
          </a:solidFill>
          <a:ln w="12700">
            <a:solidFill>
              <a:srgbClr val="9FA8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7432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効果：クレーム対応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70%短縮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初期費用：280万円　|　月次保守：18万円　|　投資回収期間：約14ヶ月（試算）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導入実績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国内47社への導入実績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部品メーカーA社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9184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生産コスト 12%削減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161848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導入後6ヶ月で実現。生産実績自動集計とIoT監視を同時導入。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235000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食品メーカーB社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9184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品質クレーム 65%削減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68680" y="28529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品質データ一元化により、トレーサビリティ対応が大幅短縮。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35844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947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自動車部品C社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9184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設備稼働率 8pt向上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68680" y="40873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予測保全により突発故障ゼロを達成。ROI 13ヶ月。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2026-05-17T13:36:07Z</dcterms:created>
  <dcterms:modified xsi:type="dcterms:W3CDTF">2026-05-17T13:36:07Z</dcterms:modified>
</cp:coreProperties>
</file>